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e9f7f7116b402f" /><Relationship Type="http://schemas.openxmlformats.org/officeDocument/2006/relationships/extended-properties" Target="/docProps/app.xml" Id="R4af1467cabfb4de4" /><Relationship Type="http://schemas.openxmlformats.org/officeDocument/2006/relationships/officeDocument" Target="/ppt/presentation.xml" Id="R86c6c857029d46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4151a5858e449a"/>
    <p:sldMasterId xmlns:r="http://schemas.openxmlformats.org/officeDocument/2006/relationships" id="2147483661" r:id="Rdfdfd856775447c5"/>
  </p:sldMasterIdLst>
  <p:notesMasterIdLst>
    <p:notesMasterId xmlns:r="http://schemas.openxmlformats.org/officeDocument/2006/relationships" r:id="R92702d53bcbf4e97"/>
  </p:notesMasterIdLst>
  <p:sldIdLst>
    <p:sldId xmlns:r="http://schemas.openxmlformats.org/officeDocument/2006/relationships" id="256" r:id="Re6385324e97a4b8f"/>
    <p:sldId xmlns:r="http://schemas.openxmlformats.org/officeDocument/2006/relationships" id="257" r:id="R0954cfb0f846430e"/>
    <p:sldId xmlns:r="http://schemas.openxmlformats.org/officeDocument/2006/relationships" id="258" r:id="Re5cdd6aea8c64235"/>
    <p:sldId xmlns:r="http://schemas.openxmlformats.org/officeDocument/2006/relationships" id="259" r:id="R8ee87275270148e8"/>
    <p:sldId xmlns:r="http://schemas.openxmlformats.org/officeDocument/2006/relationships" id="260" r:id="Rc79d8c796e3c4b67"/>
    <p:sldId xmlns:r="http://schemas.openxmlformats.org/officeDocument/2006/relationships" id="261" r:id="Reb8b521624c74e56"/>
    <p:sldId xmlns:r="http://schemas.openxmlformats.org/officeDocument/2006/relationships" id="262" r:id="Ref8f9c33816d483e"/>
    <p:sldId xmlns:r="http://schemas.openxmlformats.org/officeDocument/2006/relationships" id="263" r:id="Re2c524cba2fa4228"/>
    <p:sldId xmlns:r="http://schemas.openxmlformats.org/officeDocument/2006/relationships" id="264" r:id="R8e0683efe66b444a"/>
    <p:sldId xmlns:r="http://schemas.openxmlformats.org/officeDocument/2006/relationships" id="265" r:id="Rd5ee053b0b8e4f15"/>
    <p:sldId xmlns:r="http://schemas.openxmlformats.org/officeDocument/2006/relationships" id="266" r:id="R5ebeaae8c39646b9"/>
    <p:sldId xmlns:r="http://schemas.openxmlformats.org/officeDocument/2006/relationships" id="267" r:id="R158d5c37c4e14f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f048d4b05541c7" /><Relationship Type="http://schemas.openxmlformats.org/officeDocument/2006/relationships/slideMaster" Target="/ppt/slideMasters/slideMaster1.xml" Id="R984151a5858e449a" /><Relationship Type="http://schemas.openxmlformats.org/officeDocument/2006/relationships/slideMaster" Target="/ppt/slideMasters/slideMaster2.xml" Id="Rdfdfd856775447c5" /><Relationship Type="http://schemas.openxmlformats.org/officeDocument/2006/relationships/notesMaster" Target="/ppt/notesMasters/notesMaster1.xml" Id="R92702d53bcbf4e97" /><Relationship Type="http://schemas.openxmlformats.org/officeDocument/2006/relationships/presProps" Target="/ppt/presProps.xml" Id="Rf4ff78dfeb5c4a06" /><Relationship Type="http://schemas.openxmlformats.org/officeDocument/2006/relationships/viewProps" Target="/ppt/viewProps.xml" Id="Ra4a10c3d3dcd489d" /><Relationship Type="http://schemas.openxmlformats.org/officeDocument/2006/relationships/tableStyles" Target="/ppt/tableStyles.xml" Id="R004050a8f20349d6" /><Relationship Type="http://schemas.openxmlformats.org/officeDocument/2006/relationships/slide" Target="/ppt/slides/slide1.xml" Id="Re6385324e97a4b8f" /><Relationship Type="http://schemas.openxmlformats.org/officeDocument/2006/relationships/slide" Target="/ppt/slides/slide2.xml" Id="R0954cfb0f846430e" /><Relationship Type="http://schemas.openxmlformats.org/officeDocument/2006/relationships/slide" Target="/ppt/slides/slide3.xml" Id="Re5cdd6aea8c64235" /><Relationship Type="http://schemas.openxmlformats.org/officeDocument/2006/relationships/slide" Target="/ppt/slides/slide4.xml" Id="R8ee87275270148e8" /><Relationship Type="http://schemas.openxmlformats.org/officeDocument/2006/relationships/slide" Target="/ppt/slides/slide5.xml" Id="Rc79d8c796e3c4b67" /><Relationship Type="http://schemas.openxmlformats.org/officeDocument/2006/relationships/slide" Target="/ppt/slides/slide6.xml" Id="Reb8b521624c74e56" /><Relationship Type="http://schemas.openxmlformats.org/officeDocument/2006/relationships/slide" Target="/ppt/slides/slide7.xml" Id="Ref8f9c33816d483e" /><Relationship Type="http://schemas.openxmlformats.org/officeDocument/2006/relationships/slide" Target="/ppt/slides/slide8.xml" Id="Re2c524cba2fa4228" /><Relationship Type="http://schemas.openxmlformats.org/officeDocument/2006/relationships/slide" Target="/ppt/slides/slide9.xml" Id="R8e0683efe66b444a" /><Relationship Type="http://schemas.openxmlformats.org/officeDocument/2006/relationships/slide" Target="/ppt/slides/slide10.xml" Id="Rd5ee053b0b8e4f15" /><Relationship Type="http://schemas.openxmlformats.org/officeDocument/2006/relationships/slide" Target="/ppt/slides/slide11.xml" Id="R5ebeaae8c39646b9" /><Relationship Type="http://schemas.openxmlformats.org/officeDocument/2006/relationships/slide" Target="/ppt/slides/slide12.xml" Id="R158d5c37c4e14f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cfc5f0843d243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ae0dde4b79494f" /><Relationship Type="http://schemas.openxmlformats.org/officeDocument/2006/relationships/notesMaster" Target="/ppt/notesMasters/notesMaster1.xml" Id="R126701deb74f41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e7c65782ea4479" /><Relationship Type="http://schemas.openxmlformats.org/officeDocument/2006/relationships/notesMaster" Target="/ppt/notesMasters/notesMaster1.xml" Id="Rea55c4262b394b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6dd75b2a444859" /><Relationship Type="http://schemas.openxmlformats.org/officeDocument/2006/relationships/notesMaster" Target="/ppt/notesMasters/notesMaster1.xml" Id="Re8163f7a6f7041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2103409e5d42d2" /><Relationship Type="http://schemas.openxmlformats.org/officeDocument/2006/relationships/notesMaster" Target="/ppt/notesMasters/notesMaster1.xml" Id="R8f603e3b3d7449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b41522ca604817" /><Relationship Type="http://schemas.openxmlformats.org/officeDocument/2006/relationships/notesMaster" Target="/ppt/notesMasters/notesMaster1.xml" Id="Rd13e2539c77545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ec138fb9b04d9d" /><Relationship Type="http://schemas.openxmlformats.org/officeDocument/2006/relationships/notesMaster" Target="/ppt/notesMasters/notesMaster1.xml" Id="R5b390ab1a33b4e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0109b030b340e2" /><Relationship Type="http://schemas.openxmlformats.org/officeDocument/2006/relationships/notesMaster" Target="/ppt/notesMasters/notesMaster1.xml" Id="R72e35f5d45664f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e53fd9f07e4f45" /><Relationship Type="http://schemas.openxmlformats.org/officeDocument/2006/relationships/notesMaster" Target="/ppt/notesMasters/notesMaster1.xml" Id="R68687a00c91944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104ad7afee4918" /><Relationship Type="http://schemas.openxmlformats.org/officeDocument/2006/relationships/notesMaster" Target="/ppt/notesMasters/notesMaster1.xml" Id="R50c4d5cd77b34c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a280c8a90e4c79" /><Relationship Type="http://schemas.openxmlformats.org/officeDocument/2006/relationships/notesMaster" Target="/ppt/notesMasters/notesMaster1.xml" Id="R3d061df7baab46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f73156586f4e67" /><Relationship Type="http://schemas.openxmlformats.org/officeDocument/2006/relationships/notesMaster" Target="/ppt/notesMasters/notesMaster1.xml" Id="R68ff3f081d0f4b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8e7afc871346b2" /><Relationship Type="http://schemas.openxmlformats.org/officeDocument/2006/relationships/notesMaster" Target="/ppt/notesMasters/notesMaster1.xml" Id="R1bb6009b41404b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bfba0a93d43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f9f06d9984b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b908b0259240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4b18c9cdb46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02d8d0d0c42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b8d61c331423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79ef75d124f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9c41541094f3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62b5dbb34442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587b102b6456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6267e164c41b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17ec3b055487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81f0c87f03487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a6bf868b4a416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38c0eef0e64fd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df93b2a653478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fd14229fd1440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cf5d41bc08469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e79634d77e40b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0f9cd0f7024ed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c2ea265e0f459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82bb49c93c4ca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9cf0b87fb3490d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72236ae7cc4be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2213280e0f4d09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ac2d9aa9d24345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b16e543f0649c2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3CAFE1-A5D6-0A53-8339-3EF53196D6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6D49905-07AF-0D43-2C40-8B2CFC8C53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F93AA9-05DE-6078-5F45-C70575F19F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FDD71D-D19B-4C4D-B3EF-1F1E575AD873}" type="datetimeFigureOut">
              <a:t>2026/9/23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48FAD9C-DF35-875D-3E1A-FCE4BA5D9F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7EF0C5E-133E-A3CD-C698-C518C87BBC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FF77D2-A0B8-4C67-BC4B-47B80F9B7E5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910927E-18AA-B292-F93B-330C3BA5C4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291FFED-8284-2298-65CF-79335A4F9F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C75DBB-5C91-9486-001B-64947C5FD2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FDD71D-D19B-4C4D-B3EF-1F1E575AD873}" type="datetimeFigureOut">
              <a:t>2026/9/23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6BC1F82-950B-31E5-CDF0-D7F28689DF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399D55-0599-162B-64CD-7D948EB763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FF77D2-A0B8-4C67-BC4B-47B80F9B7E5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33FD416-F2F7-B27E-ECDC-3ED27D8CC7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B3CA53E-AF73-9995-7183-EAAE5C6658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3F9563-8D5C-709F-A571-4DCBAD85DE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FDD71D-D19B-4C4D-B3EF-1F1E575AD873}" type="datetimeFigureOut">
              <a:t>2026/9/23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DE4EDFF-27CD-573E-8737-1776350AAF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CF3F6CD-DE49-B67E-09BE-A333C145A1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FF77D2-A0B8-4C67-BC4B-47B80F9B7E5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2BAC7B4-1FF5-A093-55D0-4636E64DDF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4914290-E351-69EC-7274-56F6CE4CAE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949B3D8-969D-5FDD-2F96-43F97D0BC94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C861C2F-328C-C81F-2DB3-5B415FAC84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FDD71D-D19B-4C4D-B3EF-1F1E575AD873}" type="datetimeFigureOut">
              <a:t>2026/9/23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2C9F04-DC98-E7E6-16A0-9437A79236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143F223-7430-1BCE-7D61-DE26242419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FF77D2-A0B8-4C67-BC4B-47B80F9B7E5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6A869F-68B9-5762-5093-EBBE1E0B2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56E1F6B-90BB-0467-11F3-3D7E453F0C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D5B1361-C074-7ACB-4FA6-22C39296A06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0C4CE3F-F203-71F5-52E4-0F8E674956D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D4AB30-9467-1283-BBC8-55EBC48EF52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6B8A810-1FBD-9316-EE30-531E22524F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FDD71D-D19B-4C4D-B3EF-1F1E575AD873}" type="datetimeFigureOut">
              <a:t>2026/9/23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5AACE6F-CC42-35CC-662B-8E1D6309C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94AE107-9389-8EB5-16C9-0057027825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FF77D2-A0B8-4C67-BC4B-47B80F9B7E5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4E7DDC2-521D-5C98-61F7-8B23A2D96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2D5B3D2-16D8-D2FD-76C8-0512537349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FDD71D-D19B-4C4D-B3EF-1F1E575AD873}" type="datetimeFigureOut">
              <a:t>2026/9/23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83857D9-DC4C-9B36-8303-54373E1B7F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70C9D75-AD5E-E54C-BE92-330166DD1D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FF77D2-A0B8-4C67-BC4B-47B80F9B7E5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6AFF185-D6EF-943B-5714-04E93E27CA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FDD71D-D19B-4C4D-B3EF-1F1E575AD873}" type="datetimeFigureOut">
              <a:t>2026/9/23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F2CF993-1A17-08A9-B358-F93F7E6AE2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5C9D4B7-7E56-DDBC-1694-436DD05A0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FF77D2-A0B8-4C67-BC4B-47B80F9B7E5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FA7988-0B99-8E76-7FFD-3BD425657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6738AD-E499-504B-C1AC-B57F5572D8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EF9322F-8169-82A4-880F-33E43317F2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2069592-B801-6FCA-2FD0-318170DFA0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FDD71D-D19B-4C4D-B3EF-1F1E575AD873}" type="datetimeFigureOut">
              <a:t>2026/9/23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090959-6F7A-CA8F-CE6A-1EAA124181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38E6184-1239-76BE-DF78-7FB7E620F4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FF77D2-A0B8-4C67-BC4B-47B80F9B7E5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CDEA20D-F58F-F44F-312B-0B61A86A9E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4165028-AA6E-794A-988B-93584768E39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63BAC7E-4F74-7D92-1053-778963310E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E9B5EC6-1A4A-B150-D741-85102232A2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FDD71D-D19B-4C4D-B3EF-1F1E575AD873}" type="datetimeFigureOut">
              <a:t>2026/9/23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29B414D-887D-696C-4A27-56AF7F9A93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2DDCE2A-D9D6-47CF-0EA6-E32ADB0412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FF77D2-A0B8-4C67-BC4B-47B80F9B7E5E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362D02B-B29A-423A-9D90-CC69A6418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A194F22-543D-E4C0-003C-2748EAA862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8730C5C-3ABC-F9DA-AE95-1B9CAD742D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FDD71D-D19B-4C4D-B3EF-1F1E575AD873}" type="datetimeFigureOut">
              <a:t>2026/9/23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DB54930-3D11-FCFA-7AC5-7CCEFB9FD3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FCC99F0-94BF-D6A9-76D0-DABD5D94B6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FF77D2-A0B8-4C67-BC4B-47B80F9B7E5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0F1AF4A-0285-3D8E-0602-952EF3598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409A6F9-72A8-9DFE-1C0D-9460C068FC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E81E346-E597-959D-DF91-172D6AB58D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FDD71D-D19B-4C4D-B3EF-1F1E575AD873}" type="datetimeFigureOut">
              <a:t>2026/9/23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702E313-D0D3-6139-69E4-9FB682ECE2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B3DD5-210D-186F-87F8-922D83E263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FF77D2-A0B8-4C67-BC4B-47B80F9B7E5E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2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485B2F7-F080-4D7A-9E7D-D0A7DDA6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8" y="407586"/>
            <a:ext cx="335280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27">
            <a:extLst xmlns:a="http://schemas.openxmlformats.org/drawingml/2006/main">
              <a:ext uri="{FF2B5EF4-FFF2-40B4-BE49-F238E27FC236}">
                <a16:creationId xmlns:a16="http://schemas.microsoft.com/office/drawing/2014/main" id="{F4257505-2719-4BEB-A84D-C4EEEB16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88" y="407586"/>
            <a:ext cx="66676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28">
            <a:extLst xmlns:a="http://schemas.openxmlformats.org/drawingml/2006/main">
              <a:ext uri="{FF2B5EF4-FFF2-40B4-BE49-F238E27FC236}">
                <a16:creationId xmlns:a16="http://schemas.microsoft.com/office/drawing/2014/main" id="{C8AABBF3-6B63-4F2C-A16C-A283B490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68" y="407586"/>
            <a:ext cx="66676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EEB37CE-B40B-4A7E-87C4-473B059F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7068" y="272501"/>
            <a:ext cx="1137887" cy="5530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endParaRPr sz="2000">
              <a:latin typeface="宋体"/>
              <a:ea typeface="宋体"/>
              <a:cs typeface="宋体"/>
            </a:endParaRPr>
          </a:p>
        </p:txBody>
      </p:sp>
      <p:sp>
        <p:nvSpPr>
          <p:cNvPr id="10" name="内容占位符 9">
            <a:extLst xmlns:a="http://schemas.openxmlformats.org/drawingml/2006/main">
              <a:ext uri="{FF2B5EF4-FFF2-40B4-BE49-F238E27FC236}">
                <a16:creationId xmlns:a16="http://schemas.microsoft.com/office/drawing/2014/main" id="{D2631703-5FC0-4882-B825-44AD8DBFEC6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009348" y="272117"/>
            <a:ext cx="6066045" cy="508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rgbClr val="3A3A3C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5369779-C83C-4056-8343-35D6499A3BF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AD4279B-C2C8-4BA9-95BE-FA23527B2E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3D7CC09E-BC66-44A0-A6D9-2FF21EBE76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2026/9/23</a:t>
            </a:fld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CC496BE6-8969-409D-A8C2-9B8B19B192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1BB4240A-24CF-464C-B404-9041CC1155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7A97F23-D017-411D-ACA6-D4951EFF45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CE395F5-1B61-4166-8EE5-D5B068CCB7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35E5532-31A4-4994-9D46-2F15B63380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2026/9/23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E4874D6-98C5-4027-A054-A9BBCEE43C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D93A84F-546D-4EA1-AAE1-3E5D421C05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980F4DF-4B4A-4D1F-92CA-193FECC8379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6886384-376C-47E9-9B8C-AAAE00465616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2A230C6-703D-4275-96A7-B447121776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2026/9/23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647A90-D3E9-4B16-A25F-4434DE4FA6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E48ECF6-BE78-4C53-BDB7-37ECA9381D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97BFA8-45DC-46BE-AD97-6DC1A31D48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9C9C4F-706C-4C30-A4E2-0E7E71BD87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E33971B-FF11-46DE-86AC-9A5570553E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6D740C-8DF5-4AB3-9396-2E8CCBF08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2026/9/23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082E4F8-716D-4B56-83E1-6F3772459A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5757371-3854-472F-93FC-EAA24265A6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7A4CC35-0E29-4117-884C-859C25003F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0825719-A07A-4AF8-8B30-443EF573A30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9EFBE0A-B00D-49AE-B10F-3A4F48BEF3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10E68CC-8B76-4EA7-909D-44FC7130ABB7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FBF1CBE-D0D3-4BA5-A21B-66818E5E4C0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1AB1687-2953-42AB-B70A-F644E29C43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2026/9/23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0F8DAE0-2D7E-4C24-8FA9-04DFD3F866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FF81380-AE10-4826-8685-BA08F85BAD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16702AE-207A-4952-A9B8-0E2EFEC44D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CA3B225-607F-4245-8E47-AC22BDE7AE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2026/9/23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B4186B3-793A-4D57-93D9-55A0229D85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2E14F71-B64E-45BA-8E37-CF9BF338DE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08B3746-3F74-4185-B0B8-28A8174DB2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2026/9/23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33ED724-AB68-4376-A988-E84EDD6A8B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3CF1F9F-5FCB-44BD-A1D8-3C31C81DCC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838379B-6468-4275-8BEE-8C59BA82C72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A367D20-17A6-446E-AEBD-76D4F1A9DA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784C7A3-076E-4168-95BF-AD773E2515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FD9D74-47D9-4702-A33C-335B63B48DBF}" type="datetimeFigureOut">
              <a:t>2026/9/23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3B37D59-4325-478B-84CF-D9F9A17023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C85E865-6FBF-4486-AFAA-40C649C960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241FADC0-CCCC-478A-8C5F-9A0EDA06E8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A6A851B9-E081-4114-BA9B-D599477D10E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1C8D359-5BD8-4AB3-87EF-DD19F60E2A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61B47A1-50A2-412D-A5B0-3FDBAE9DEB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2026/9/23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51DBF1-A06D-4A7D-BB9F-7599DF697E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12CB2C9-AFF0-4406-AB91-D3F733C0FC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39A9F6-B65E-4231-AF44-497FA15C2B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2026/9/23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32B7938-EEF7-41ED-8971-DDC7074DAD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3CEAC9A-56DA-4148-93E7-60A2D31B03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508BEA88-7070-4183-9026-7C584B4E59A2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7D0D1A4-9D4A-46FF-B3F1-E2CAFC0ABA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2026/9/23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13EB6B5-5B9A-4938-93B3-B10BCAFDB3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2D9D89A-E3B1-434A-8908-14A2EE17D5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DF892E4-BE20-4065-BD0F-29117C12060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A2DB48F0-F15D-4379-8DDB-FA5DEFFDAF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5DF4B04-E1AD-47EC-BFB2-7E0B334C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8" y="407586"/>
            <a:ext cx="335280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27">
            <a:extLst xmlns:a="http://schemas.openxmlformats.org/drawingml/2006/main">
              <a:ext uri="{FF2B5EF4-FFF2-40B4-BE49-F238E27FC236}">
                <a16:creationId xmlns:a16="http://schemas.microsoft.com/office/drawing/2014/main" id="{79825B76-5D28-4AE7-A7C0-77C0FE6B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88" y="407586"/>
            <a:ext cx="66676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28">
            <a:extLst xmlns:a="http://schemas.openxmlformats.org/drawingml/2006/main">
              <a:ext uri="{FF2B5EF4-FFF2-40B4-BE49-F238E27FC236}">
                <a16:creationId xmlns:a16="http://schemas.microsoft.com/office/drawing/2014/main" id="{5287DD2D-6048-49BB-B137-20340F19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68" y="407586"/>
            <a:ext cx="66676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内容占位符 9">
            <a:extLst xmlns:a="http://schemas.openxmlformats.org/drawingml/2006/main">
              <a:ext uri="{FF2B5EF4-FFF2-40B4-BE49-F238E27FC236}">
                <a16:creationId xmlns:a16="http://schemas.microsoft.com/office/drawing/2014/main" id="{AF2C1B00-9BB7-49EA-81ED-AD3BDCE34156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009348" y="272117"/>
            <a:ext cx="6066045" cy="508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rgbClr val="3A3A3C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B612722A-8B0B-4C8C-B8C2-38A764E0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" y="6573520"/>
            <a:ext cx="12190730" cy="3067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atin typeface="Times New Roman"/>
                <a:ea typeface="Times New Roman"/>
                <a:cs typeface="Times New Roman"/>
              </a:rPr>
              <a:t>Rethinking Semantic Segmentation With Multi-Grained Logical Prototype(TIP2025)</a:t>
            </a:r>
            <a:endParaRPr sz="1400" b="1">
              <a:solidFill>
                <a:srgbClr val="333333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47C6777-DC50-49DE-943E-4134A711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8" y="407586"/>
            <a:ext cx="335280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27">
            <a:extLst xmlns:a="http://schemas.openxmlformats.org/drawingml/2006/main">
              <a:ext uri="{FF2B5EF4-FFF2-40B4-BE49-F238E27FC236}">
                <a16:creationId xmlns:a16="http://schemas.microsoft.com/office/drawing/2014/main" id="{03A10A20-922F-4182-8081-3B6612FA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88" y="407586"/>
            <a:ext cx="66676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28">
            <a:extLst xmlns:a="http://schemas.openxmlformats.org/drawingml/2006/main">
              <a:ext uri="{FF2B5EF4-FFF2-40B4-BE49-F238E27FC236}">
                <a16:creationId xmlns:a16="http://schemas.microsoft.com/office/drawing/2014/main" id="{16AA522F-7050-4AB0-AE95-E89F9ACF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68" y="407586"/>
            <a:ext cx="66676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内容占位符 9">
            <a:extLst xmlns:a="http://schemas.openxmlformats.org/drawingml/2006/main">
              <a:ext uri="{FF2B5EF4-FFF2-40B4-BE49-F238E27FC236}">
                <a16:creationId xmlns:a16="http://schemas.microsoft.com/office/drawing/2014/main" id="{8767CD5D-0B1E-4755-BB79-CDA2CEF8D1F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009348" y="272117"/>
            <a:ext cx="6066045" cy="508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rgbClr val="3A3A3C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EA69F99E-23BE-4704-B5BF-EA2B41D6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" y="6573520"/>
            <a:ext cx="12190730" cy="284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Towards Natural Language-Guided Drones:GeoText-1652 Benchmark with SpatialRelation Matching(ECCV2024)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63DB0AD-F81B-4286-ADAA-C684AB66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8" y="407586"/>
            <a:ext cx="335280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27">
            <a:extLst xmlns:a="http://schemas.openxmlformats.org/drawingml/2006/main">
              <a:ext uri="{FF2B5EF4-FFF2-40B4-BE49-F238E27FC236}">
                <a16:creationId xmlns:a16="http://schemas.microsoft.com/office/drawing/2014/main" id="{F0575E14-6C52-441C-B53F-F8781A04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88" y="407586"/>
            <a:ext cx="66676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28">
            <a:extLst xmlns:a="http://schemas.openxmlformats.org/drawingml/2006/main">
              <a:ext uri="{FF2B5EF4-FFF2-40B4-BE49-F238E27FC236}">
                <a16:creationId xmlns:a16="http://schemas.microsoft.com/office/drawing/2014/main" id="{749E1E05-9225-40EC-BD43-8F488A86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68" y="407586"/>
            <a:ext cx="66676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内容占位符 9">
            <a:extLst xmlns:a="http://schemas.openxmlformats.org/drawingml/2006/main">
              <a:ext uri="{FF2B5EF4-FFF2-40B4-BE49-F238E27FC236}">
                <a16:creationId xmlns:a16="http://schemas.microsoft.com/office/drawing/2014/main" id="{E1E15497-A544-410D-BC1D-3D4A944FBDC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009348" y="272117"/>
            <a:ext cx="6066045" cy="508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rgbClr val="3A3A3C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EA969A59-8F56-4D5E-B3EB-DA8EEEFF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" y="6573520"/>
            <a:ext cx="12190730" cy="284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Game4Loc: A UAV Geo-Localization Benchmark from Game Data（AAAI 2025）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77B6D56-AA99-4D68-85A8-6CE009E7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8" y="407586"/>
            <a:ext cx="335280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27">
            <a:extLst xmlns:a="http://schemas.openxmlformats.org/drawingml/2006/main">
              <a:ext uri="{FF2B5EF4-FFF2-40B4-BE49-F238E27FC236}">
                <a16:creationId xmlns:a16="http://schemas.microsoft.com/office/drawing/2014/main" id="{A0CEB7CF-AEBD-4704-BD04-A19B0455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88" y="407586"/>
            <a:ext cx="66676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28">
            <a:extLst xmlns:a="http://schemas.openxmlformats.org/drawingml/2006/main">
              <a:ext uri="{FF2B5EF4-FFF2-40B4-BE49-F238E27FC236}">
                <a16:creationId xmlns:a16="http://schemas.microsoft.com/office/drawing/2014/main" id="{307781A7-7DD4-4207-8B26-CA81613C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68" y="407586"/>
            <a:ext cx="66676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C61A897-5916-4744-B2F3-92FFFEDC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7068" y="272501"/>
            <a:ext cx="1137887" cy="5530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endParaRPr sz="2000">
              <a:latin typeface="宋体"/>
              <a:ea typeface="宋体"/>
              <a:cs typeface="宋体"/>
            </a:endParaRPr>
          </a:p>
        </p:txBody>
      </p:sp>
      <p:sp>
        <p:nvSpPr>
          <p:cNvPr id="10" name="内容占位符 9">
            <a:extLst xmlns:a="http://schemas.openxmlformats.org/drawingml/2006/main">
              <a:ext uri="{FF2B5EF4-FFF2-40B4-BE49-F238E27FC236}">
                <a16:creationId xmlns:a16="http://schemas.microsoft.com/office/drawing/2014/main" id="{C0F143E1-BEC8-4242-8CFD-9B94AD5DF26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009348" y="272117"/>
            <a:ext cx="6066045" cy="508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rgbClr val="3A3A3C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ab9c71e46b4640" /><Relationship Type="http://schemas.openxmlformats.org/officeDocument/2006/relationships/slideLayout" Target="/ppt/slideLayouts/slideLayout1.xml" Id="R94a063bfaa16467a" /><Relationship Type="http://schemas.openxmlformats.org/officeDocument/2006/relationships/slideLayout" Target="/ppt/slideLayouts/slideLayout2.xml" Id="Rcda558160d844497" /><Relationship Type="http://schemas.openxmlformats.org/officeDocument/2006/relationships/slideLayout" Target="/ppt/slideLayouts/slideLayout3.xml" Id="Rd2a6c1c41ace45fe" /><Relationship Type="http://schemas.openxmlformats.org/officeDocument/2006/relationships/slideLayout" Target="/ppt/slideLayouts/slideLayout4.xml" Id="Rfa6e14df75ac458c" /><Relationship Type="http://schemas.openxmlformats.org/officeDocument/2006/relationships/slideLayout" Target="/ppt/slideLayouts/slideLayout5.xml" Id="R0be86c49ce534335" /><Relationship Type="http://schemas.openxmlformats.org/officeDocument/2006/relationships/slideLayout" Target="/ppt/slideLayouts/slideLayout6.xml" Id="R042af8bafef7436e" /><Relationship Type="http://schemas.openxmlformats.org/officeDocument/2006/relationships/slideLayout" Target="/ppt/slideLayouts/slideLayout7.xml" Id="R774bd1c7d3654662" /><Relationship Type="http://schemas.openxmlformats.org/officeDocument/2006/relationships/slideLayout" Target="/ppt/slideLayouts/slideLayout8.xml" Id="Rbcacc0a75c874bfa" /><Relationship Type="http://schemas.openxmlformats.org/officeDocument/2006/relationships/slideLayout" Target="/ppt/slideLayouts/slideLayout9.xml" Id="R653c3a5995984824" /><Relationship Type="http://schemas.openxmlformats.org/officeDocument/2006/relationships/slideLayout" Target="/ppt/slideLayouts/slideLayout10.xml" Id="R026403b21bca4ece" /><Relationship Type="http://schemas.openxmlformats.org/officeDocument/2006/relationships/slideLayout" Target="/ppt/slideLayouts/slideLayout11.xml" Id="R0a7c36a884184e3f" /><Relationship Type="http://schemas.openxmlformats.org/officeDocument/2006/relationships/slideLayout" Target="/ppt/slideLayouts/slideLayout12.xml" Id="R91dce1f4b929488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cb9820f17dd4996" /><Relationship Type="http://schemas.openxmlformats.org/officeDocument/2006/relationships/slideLayout" Target="/ppt/slideLayouts/slideLayout13.xml" Id="Ra7eed9258c5141db" /><Relationship Type="http://schemas.openxmlformats.org/officeDocument/2006/relationships/slideLayout" Target="/ppt/slideLayouts/slideLayout14.xml" Id="Rcdf956f4d15f445f" /><Relationship Type="http://schemas.openxmlformats.org/officeDocument/2006/relationships/slideLayout" Target="/ppt/slideLayouts/slideLayout15.xml" Id="R2100a70563f842bc" /><Relationship Type="http://schemas.openxmlformats.org/officeDocument/2006/relationships/slideLayout" Target="/ppt/slideLayouts/slideLayout16.xml" Id="R3b58e3130d1d4c97" /><Relationship Type="http://schemas.openxmlformats.org/officeDocument/2006/relationships/slideLayout" Target="/ppt/slideLayouts/slideLayout17.xml" Id="Rc5d195c2ffeb474f" /><Relationship Type="http://schemas.openxmlformats.org/officeDocument/2006/relationships/slideLayout" Target="/ppt/slideLayouts/slideLayout18.xml" Id="R7c966ee3f19c4dd0" /><Relationship Type="http://schemas.openxmlformats.org/officeDocument/2006/relationships/slideLayout" Target="/ppt/slideLayouts/slideLayout19.xml" Id="R33f8d3eda5364f53" /><Relationship Type="http://schemas.openxmlformats.org/officeDocument/2006/relationships/slideLayout" Target="/ppt/slideLayouts/slideLayout20.xml" Id="R6cd349a5e60244cb" /><Relationship Type="http://schemas.openxmlformats.org/officeDocument/2006/relationships/slideLayout" Target="/ppt/slideLayouts/slideLayout21.xml" Id="R551ffad4b229421f" /><Relationship Type="http://schemas.openxmlformats.org/officeDocument/2006/relationships/slideLayout" Target="/ppt/slideLayouts/slideLayout22.xml" Id="R40a436586f2349be" /><Relationship Type="http://schemas.openxmlformats.org/officeDocument/2006/relationships/slideLayout" Target="/ppt/slideLayouts/slideLayout23.xml" Id="R46f19e835f52483b" /><Relationship Type="http://schemas.openxmlformats.org/officeDocument/2006/relationships/slideLayout" Target="/ppt/slideLayouts/slideLayout24.xml" Id="R70a286a711f548f8" /><Relationship Type="http://schemas.openxmlformats.org/officeDocument/2006/relationships/slideLayout" Target="/ppt/slideLayouts/slideLayout25.xml" Id="R85f4001f0a86472c" /><Relationship Type="http://schemas.openxmlformats.org/officeDocument/2006/relationships/slideLayout" Target="/ppt/slideLayouts/slideLayout26.xml" Id="Ra4e64232ec33487f" /><Relationship Type="http://schemas.openxmlformats.org/officeDocument/2006/relationships/slideLayout" Target="/ppt/slideLayouts/slideLayout27.xml" Id="Raa6bd0a19a65417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2F89C89-5FA0-1DA6-5AE4-CC76F7DBA1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30C9121-7AB9-63A6-00AB-D9DBF41E04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B51E4F9-D255-81E6-7DD9-6E7DB940E33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AFDD71D-D19B-4C4D-B3EF-1F1E575AD873}" type="datetimeFigureOut">
              <a:t>2026/9/23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D016A8-B5C3-09CD-7E0B-B3CFD83D0E9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3ECEA14-970C-3096-A523-06F94E41553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9FF77D2-A0B8-4C67-BC4B-47B80F9B7E5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a063bfaa16467a"/>
    <p:sldLayoutId xmlns:r="http://schemas.openxmlformats.org/officeDocument/2006/relationships" id="2147483650" r:id="Rcda558160d844497"/>
    <p:sldLayoutId xmlns:r="http://schemas.openxmlformats.org/officeDocument/2006/relationships" id="2147483651" r:id="Rd2a6c1c41ace45fe"/>
    <p:sldLayoutId xmlns:r="http://schemas.openxmlformats.org/officeDocument/2006/relationships" id="2147483652" r:id="Rfa6e14df75ac458c"/>
    <p:sldLayoutId xmlns:r="http://schemas.openxmlformats.org/officeDocument/2006/relationships" id="2147483653" r:id="R0be86c49ce534335"/>
    <p:sldLayoutId xmlns:r="http://schemas.openxmlformats.org/officeDocument/2006/relationships" id="2147483654" r:id="R042af8bafef7436e"/>
    <p:sldLayoutId xmlns:r="http://schemas.openxmlformats.org/officeDocument/2006/relationships" id="2147483655" r:id="R774bd1c7d3654662"/>
    <p:sldLayoutId xmlns:r="http://schemas.openxmlformats.org/officeDocument/2006/relationships" id="2147483656" r:id="Rbcacc0a75c874bfa"/>
    <p:sldLayoutId xmlns:r="http://schemas.openxmlformats.org/officeDocument/2006/relationships" id="2147483657" r:id="R653c3a5995984824"/>
    <p:sldLayoutId xmlns:r="http://schemas.openxmlformats.org/officeDocument/2006/relationships" id="2147483658" r:id="R026403b21bca4ece"/>
    <p:sldLayoutId xmlns:r="http://schemas.openxmlformats.org/officeDocument/2006/relationships" id="2147483659" r:id="R0a7c36a884184e3f"/>
    <p:sldLayoutId xmlns:r="http://schemas.openxmlformats.org/officeDocument/2006/relationships" id="2147483660" r:id="R91dce1f4b929488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09AD7A0-C81A-414D-A56D-0D5CF53F3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FA5FEDA-B139-479A-AF22-74E371B5BA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C19DA6-07DB-467A-AAC8-026F2A54B06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60FBDFE-C587-4B4C-A407-44438C67B59E}" type="datetimeFigureOut">
              <a:t>2026/9/23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985B875-D48C-47E3-8945-E0A105DFAD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269D315-4CC9-4339-85E4-FB6A7072A92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a7eed9258c5141db"/>
    <p:sldLayoutId xmlns:r="http://schemas.openxmlformats.org/officeDocument/2006/relationships" id="2147483663" r:id="Rcdf956f4d15f445f"/>
    <p:sldLayoutId xmlns:r="http://schemas.openxmlformats.org/officeDocument/2006/relationships" id="2147483664" r:id="R2100a70563f842bc"/>
    <p:sldLayoutId xmlns:r="http://schemas.openxmlformats.org/officeDocument/2006/relationships" id="2147483665" r:id="R3b58e3130d1d4c97"/>
    <p:sldLayoutId xmlns:r="http://schemas.openxmlformats.org/officeDocument/2006/relationships" id="2147483666" r:id="Rc5d195c2ffeb474f"/>
    <p:sldLayoutId xmlns:r="http://schemas.openxmlformats.org/officeDocument/2006/relationships" id="2147483667" r:id="R7c966ee3f19c4dd0"/>
    <p:sldLayoutId xmlns:r="http://schemas.openxmlformats.org/officeDocument/2006/relationships" id="2147483668" r:id="R33f8d3eda5364f53"/>
    <p:sldLayoutId xmlns:r="http://schemas.openxmlformats.org/officeDocument/2006/relationships" id="2147483669" r:id="R6cd349a5e60244cb"/>
    <p:sldLayoutId xmlns:r="http://schemas.openxmlformats.org/officeDocument/2006/relationships" id="2147483670" r:id="R551ffad4b229421f"/>
    <p:sldLayoutId xmlns:r="http://schemas.openxmlformats.org/officeDocument/2006/relationships" id="2147483671" r:id="R40a436586f2349be"/>
    <p:sldLayoutId xmlns:r="http://schemas.openxmlformats.org/officeDocument/2006/relationships" id="2147483672" r:id="R46f19e835f52483b"/>
    <p:sldLayoutId xmlns:r="http://schemas.openxmlformats.org/officeDocument/2006/relationships" id="2147483673" r:id="R70a286a711f548f8"/>
    <p:sldLayoutId xmlns:r="http://schemas.openxmlformats.org/officeDocument/2006/relationships" id="2147483674" r:id="R85f4001f0a86472c"/>
    <p:sldLayoutId xmlns:r="http://schemas.openxmlformats.org/officeDocument/2006/relationships" id="2147483675" r:id="Ra4e64232ec33487f"/>
    <p:sldLayoutId xmlns:r="http://schemas.openxmlformats.org/officeDocument/2006/relationships" id="2147483676" r:id="Raa6bd0a19a65417c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7df0cde55e4a15" /><Relationship Type="http://schemas.openxmlformats.org/officeDocument/2006/relationships/image" Target="/ppt/media/image.jpeg" Id="R6b8d0dc5ece4406c" /><Relationship Type="http://schemas.openxmlformats.org/officeDocument/2006/relationships/notesSlide" Target="/ppt/notesSlides/notesSlide1.xml" Id="R6016fff6706d48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16dd197e27e4466" /><Relationship Type="http://schemas.openxmlformats.org/officeDocument/2006/relationships/notesSlide" Target="/ppt/notesSlides/notesSlide2.xml" Id="R04e0f88e050b4b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f42165ffdfa4db4" /><Relationship Type="http://schemas.openxmlformats.org/officeDocument/2006/relationships/notesSlide" Target="/ppt/notesSlides/notesSlide3.xml" Id="R3b3ce33d1fda4f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b6bc40f842540ec" /><Relationship Type="http://schemas.openxmlformats.org/officeDocument/2006/relationships/notesSlide" Target="/ppt/notesSlides/notesSlide4.xml" Id="Rcf9c2508d7b54c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fb654d186d40a9" /><Relationship Type="http://schemas.openxmlformats.org/officeDocument/2006/relationships/notesSlide" Target="/ppt/notesSlides/notesSlide5.xml" Id="R2b3ae3619cae47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9d7612a21e497b" /><Relationship Type="http://schemas.openxmlformats.org/officeDocument/2006/relationships/notesSlide" Target="/ppt/notesSlides/notesSlide6.xml" Id="R8396dd2ed74447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9e99bd2aca4ba7" /><Relationship Type="http://schemas.openxmlformats.org/officeDocument/2006/relationships/notesSlide" Target="/ppt/notesSlides/notesSlide7.xml" Id="R4536c53b5aea4b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cdc377a700c4cd1" /><Relationship Type="http://schemas.openxmlformats.org/officeDocument/2006/relationships/notesSlide" Target="/ppt/notesSlides/notesSlide8.xml" Id="R2690a102756741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b9c8c2adeb6450f" /><Relationship Type="http://schemas.openxmlformats.org/officeDocument/2006/relationships/notesSlide" Target="/ppt/notesSlides/notesSlide9.xml" Id="R6ea08fa3d33a48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7f0d3e6dc64231" /><Relationship Type="http://schemas.openxmlformats.org/officeDocument/2006/relationships/notesSlide" Target="/ppt/notesSlides/notesSlide10.xml" Id="Rd184c9161f9444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94f147b5bf4f03" /><Relationship Type="http://schemas.openxmlformats.org/officeDocument/2006/relationships/notesSlide" Target="/ppt/notesSlides/notesSlide11.xml" Id="R53128a883de34d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86719fb13d2949ab" /><Relationship Type="http://schemas.openxmlformats.org/officeDocument/2006/relationships/notesSlide" Target="/ppt/notesSlides/notesSlide12.xml" Id="Rf2d0b5ec6ff440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8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d0dc5ece440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270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95" name="矩形 2">
            <a:extLst xmlns:a="http://schemas.openxmlformats.org/drawingml/2006/main">
              <a:ext uri="{FF2B5EF4-FFF2-40B4-BE49-F238E27FC236}">
                <a16:creationId xmlns:a16="http://schemas.microsoft.com/office/drawing/2014/main" id="{C0171B02-3C34-4509-B5DA-B0707B34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914" y="2023170"/>
            <a:ext cx="9846171" cy="13106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论文题目：副标题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TextBox 4">
            <a:extLst xmlns:a="http://schemas.openxmlformats.org/drawingml/2006/main">
              <a:ext uri="{FF2B5EF4-FFF2-40B4-BE49-F238E27FC236}">
                <a16:creationId xmlns:a16="http://schemas.microsoft.com/office/drawing/2014/main" id="{570D5ED9-00D4-4019-A923-B7EDB1D2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803" y="4434078"/>
            <a:ext cx="4751705" cy="460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汇报人：Presenter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B4B3E97-2DAB-4844-8906-C96C4E1E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795" y="4907467"/>
            <a:ext cx="1601722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20XX.XX.XX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4">
            <a:extLst xmlns:a="http://schemas.openxmlformats.org/drawingml/2006/main">
              <a:ext uri="{FF2B5EF4-FFF2-40B4-BE49-F238E27FC236}">
                <a16:creationId xmlns:a16="http://schemas.microsoft.com/office/drawing/2014/main" id="{DCB37D9D-C5A7-71E7-AC0F-5E2FF298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807" y="3973703"/>
            <a:ext cx="4751705" cy="460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导师：Advisor</a:t>
            </a:r>
          </a:p>
        </p:txBody>
      </p:sp>
    </p:spTree>
    <p:extLst>
      <p:ext uri="{BB962C8B-B14F-4D97-AF65-F5344CB8AC3E}">
        <p14:creationId xmlns:p14="http://schemas.microsoft.com/office/powerpoint/2010/main" val="35944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eneric-title-1">
            <a:extLst xmlns:a="http://schemas.openxmlformats.org/drawingml/2006/main">
              <a:ext uri="{FF2B5EF4-FFF2-40B4-BE49-F238E27FC236}">
                <a16:creationId xmlns:a16="http://schemas.microsoft.com/office/drawing/2014/main" id="{5D0420FF-6A63-41D0-8B37-A8EA2E7B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rPr>
              <a:t>内容页标题</a:t>
            </a:r>
          </a:p>
        </p:txBody>
      </p:sp>
      <p:sp>
        <p:nvSpPr>
          <p:cNvPr id="2" name="footer-bar-2">
            <a:extLst xmlns:a="http://schemas.openxmlformats.org/drawingml/2006/main">
              <a:ext uri="{FF2B5EF4-FFF2-40B4-BE49-F238E27FC236}">
                <a16:creationId xmlns:a16="http://schemas.microsoft.com/office/drawing/2014/main" id="{22BCB44D-7E5C-4562-AEAF-0074910B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ext-2">
            <a:extLst xmlns:a="http://schemas.openxmlformats.org/drawingml/2006/main">
              <a:ext uri="{FF2B5EF4-FFF2-40B4-BE49-F238E27FC236}">
                <a16:creationId xmlns:a16="http://schemas.microsoft.com/office/drawing/2014/main" id="{92CD45C3-6230-41F4-A036-1AB56DAA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论文题目 | 组会汇报</a:t>
            </a:r>
          </a:p>
        </p:txBody>
      </p:sp>
      <p:sp>
        <p:nvSpPr>
          <p:cNvPr id="4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D50E3AA6-3D9A-42DF-BF97-66DBB015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51005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eneric-title-2">
            <a:extLst xmlns:a="http://schemas.openxmlformats.org/drawingml/2006/main">
              <a:ext uri="{FF2B5EF4-FFF2-40B4-BE49-F238E27FC236}">
                <a16:creationId xmlns:a16="http://schemas.microsoft.com/office/drawing/2014/main" id="{417A23E7-5E19-443B-B3F8-D912613F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rPr>
              <a:t>内容页标题</a:t>
            </a:r>
          </a:p>
        </p:txBody>
      </p:sp>
      <p:sp>
        <p:nvSpPr>
          <p:cNvPr id="2" name="footer-bar-3">
            <a:extLst xmlns:a="http://schemas.openxmlformats.org/drawingml/2006/main">
              <a:ext uri="{FF2B5EF4-FFF2-40B4-BE49-F238E27FC236}">
                <a16:creationId xmlns:a16="http://schemas.microsoft.com/office/drawing/2014/main" id="{375645D7-0661-4A57-9072-B361CD4F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ext-3">
            <a:extLst xmlns:a="http://schemas.openxmlformats.org/drawingml/2006/main">
              <a:ext uri="{FF2B5EF4-FFF2-40B4-BE49-F238E27FC236}">
                <a16:creationId xmlns:a16="http://schemas.microsoft.com/office/drawing/2014/main" id="{FA1323C7-F80E-441B-BDF8-72070E5B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论文题目 | 组会汇报</a:t>
            </a:r>
          </a:p>
        </p:txBody>
      </p:sp>
      <p:sp>
        <p:nvSpPr>
          <p:cNvPr id="4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210F7514-821B-4477-A143-E95585FA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05212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eneric-title-3">
            <a:extLst xmlns:a="http://schemas.openxmlformats.org/drawingml/2006/main">
              <a:ext uri="{FF2B5EF4-FFF2-40B4-BE49-F238E27FC236}">
                <a16:creationId xmlns:a16="http://schemas.microsoft.com/office/drawing/2014/main" id="{2834F289-BEBF-485F-A1CE-A8FA6D96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rPr>
              <a:t>内容页标题</a:t>
            </a:r>
          </a:p>
        </p:txBody>
      </p:sp>
      <p:sp>
        <p:nvSpPr>
          <p:cNvPr id="2" name="footer-bar-4">
            <a:extLst xmlns:a="http://schemas.openxmlformats.org/drawingml/2006/main">
              <a:ext uri="{FF2B5EF4-FFF2-40B4-BE49-F238E27FC236}">
                <a16:creationId xmlns:a16="http://schemas.microsoft.com/office/drawing/2014/main" id="{5B536541-E223-489A-81CB-8495F3E3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ext-4">
            <a:extLst xmlns:a="http://schemas.openxmlformats.org/drawingml/2006/main">
              <a:ext uri="{FF2B5EF4-FFF2-40B4-BE49-F238E27FC236}">
                <a16:creationId xmlns:a16="http://schemas.microsoft.com/office/drawing/2014/main" id="{6704311F-CC1B-42C5-8D51-991B78F7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论文题目 | 组会汇报</a:t>
            </a:r>
          </a:p>
        </p:txBody>
      </p:sp>
      <p:sp>
        <p:nvSpPr>
          <p:cNvPr id="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1D693C1A-EFE0-465A-9FD2-F52B3A40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67483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eneric-title-4">
            <a:extLst xmlns:a="http://schemas.openxmlformats.org/drawingml/2006/main">
              <a:ext uri="{FF2B5EF4-FFF2-40B4-BE49-F238E27FC236}">
                <a16:creationId xmlns:a16="http://schemas.microsoft.com/office/drawing/2014/main" id="{4235F750-BCFC-47E8-8085-044E68BE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rPr>
              <a:t>内容页标题</a:t>
            </a:r>
          </a:p>
        </p:txBody>
      </p:sp>
      <p:sp>
        <p:nvSpPr>
          <p:cNvPr id="2" name="footer-bar-5">
            <a:extLst xmlns:a="http://schemas.openxmlformats.org/drawingml/2006/main">
              <a:ext uri="{FF2B5EF4-FFF2-40B4-BE49-F238E27FC236}">
                <a16:creationId xmlns:a16="http://schemas.microsoft.com/office/drawing/2014/main" id="{5EBDC793-B774-4D44-BA6C-31506B3C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ext-5">
            <a:extLst xmlns:a="http://schemas.openxmlformats.org/drawingml/2006/main">
              <a:ext uri="{FF2B5EF4-FFF2-40B4-BE49-F238E27FC236}">
                <a16:creationId xmlns:a16="http://schemas.microsoft.com/office/drawing/2014/main" id="{5441A7D2-D507-416B-AE59-A99BC8EE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论文题目 | 组会汇报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8EF8946B-A695-4DC3-BB44-4AA2E43D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67280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eneric-title-5">
            <a:extLst xmlns:a="http://schemas.openxmlformats.org/drawingml/2006/main">
              <a:ext uri="{FF2B5EF4-FFF2-40B4-BE49-F238E27FC236}">
                <a16:creationId xmlns:a16="http://schemas.microsoft.com/office/drawing/2014/main" id="{F950B69C-EA7F-4F6F-AE2D-0E8E8D8C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rPr>
              <a:t>内容页标题</a:t>
            </a:r>
          </a:p>
        </p:txBody>
      </p:sp>
      <p:sp>
        <p:nvSpPr>
          <p:cNvPr id="2" name="footer-bar-6">
            <a:extLst xmlns:a="http://schemas.openxmlformats.org/drawingml/2006/main">
              <a:ext uri="{FF2B5EF4-FFF2-40B4-BE49-F238E27FC236}">
                <a16:creationId xmlns:a16="http://schemas.microsoft.com/office/drawing/2014/main" id="{B7A91008-C13C-4967-AB0A-393A52DB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ext-6">
            <a:extLst xmlns:a="http://schemas.openxmlformats.org/drawingml/2006/main">
              <a:ext uri="{FF2B5EF4-FFF2-40B4-BE49-F238E27FC236}">
                <a16:creationId xmlns:a16="http://schemas.microsoft.com/office/drawing/2014/main" id="{F4F4F3C0-726E-4D9E-8C30-0B3AE4C5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论文题目 | 组会汇报</a:t>
            </a:r>
          </a:p>
        </p:txBody>
      </p:sp>
      <p:sp>
        <p:nvSpPr>
          <p:cNvPr id="4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2A8397A6-F7BC-4F01-89CE-A32973E9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52966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eneric-title-6">
            <a:extLst xmlns:a="http://schemas.openxmlformats.org/drawingml/2006/main">
              <a:ext uri="{FF2B5EF4-FFF2-40B4-BE49-F238E27FC236}">
                <a16:creationId xmlns:a16="http://schemas.microsoft.com/office/drawing/2014/main" id="{E59F9B70-BA2C-4C2D-B352-E8219A08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rPr>
              <a:t>内容页标题</a:t>
            </a:r>
          </a:p>
        </p:txBody>
      </p:sp>
      <p:sp>
        <p:nvSpPr>
          <p:cNvPr id="2" name="footer-bar-7">
            <a:extLst xmlns:a="http://schemas.openxmlformats.org/drawingml/2006/main">
              <a:ext uri="{FF2B5EF4-FFF2-40B4-BE49-F238E27FC236}">
                <a16:creationId xmlns:a16="http://schemas.microsoft.com/office/drawing/2014/main" id="{85524DB9-9841-4CC6-988D-96D67DC3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ext-7">
            <a:extLst xmlns:a="http://schemas.openxmlformats.org/drawingml/2006/main">
              <a:ext uri="{FF2B5EF4-FFF2-40B4-BE49-F238E27FC236}">
                <a16:creationId xmlns:a16="http://schemas.microsoft.com/office/drawing/2014/main" id="{66446414-73E5-4472-A4CE-A05A7D06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论文题目 | 组会汇报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F3A75A0B-67CA-49ED-9FF8-2EA6C4C0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148005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eneric-title-7">
            <a:extLst xmlns:a="http://schemas.openxmlformats.org/drawingml/2006/main">
              <a:ext uri="{FF2B5EF4-FFF2-40B4-BE49-F238E27FC236}">
                <a16:creationId xmlns:a16="http://schemas.microsoft.com/office/drawing/2014/main" id="{A5131014-1250-42C0-83A1-4C010EB0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rPr>
              <a:t>内容页标题</a:t>
            </a:r>
          </a:p>
        </p:txBody>
      </p:sp>
      <p:sp>
        <p:nvSpPr>
          <p:cNvPr id="2" name="footer-bar-8">
            <a:extLst xmlns:a="http://schemas.openxmlformats.org/drawingml/2006/main">
              <a:ext uri="{FF2B5EF4-FFF2-40B4-BE49-F238E27FC236}">
                <a16:creationId xmlns:a16="http://schemas.microsoft.com/office/drawing/2014/main" id="{70BBE058-2C7A-423D-BD26-BA78DA46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ext-8">
            <a:extLst xmlns:a="http://schemas.openxmlformats.org/drawingml/2006/main">
              <a:ext uri="{FF2B5EF4-FFF2-40B4-BE49-F238E27FC236}">
                <a16:creationId xmlns:a16="http://schemas.microsoft.com/office/drawing/2014/main" id="{979C8D81-5C65-4979-8650-95818170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论文题目 | 组会汇报</a:t>
            </a:r>
          </a:p>
        </p:txBody>
      </p:sp>
      <p:sp>
        <p:nvSpPr>
          <p:cNvPr id="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FE230C6E-0B7F-4EC4-88B0-B351CCF3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9315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eneric-title-8">
            <a:extLst xmlns:a="http://schemas.openxmlformats.org/drawingml/2006/main">
              <a:ext uri="{FF2B5EF4-FFF2-40B4-BE49-F238E27FC236}">
                <a16:creationId xmlns:a16="http://schemas.microsoft.com/office/drawing/2014/main" id="{786703E8-2E23-4519-AB7D-E966B21C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rPr>
              <a:t>内容页标题</a:t>
            </a:r>
          </a:p>
        </p:txBody>
      </p:sp>
      <p:sp>
        <p:nvSpPr>
          <p:cNvPr id="2" name="footer-bar-9">
            <a:extLst xmlns:a="http://schemas.openxmlformats.org/drawingml/2006/main">
              <a:ext uri="{FF2B5EF4-FFF2-40B4-BE49-F238E27FC236}">
                <a16:creationId xmlns:a16="http://schemas.microsoft.com/office/drawing/2014/main" id="{A1AFCAC7-951F-4C1A-848A-7D08C871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ext-9">
            <a:extLst xmlns:a="http://schemas.openxmlformats.org/drawingml/2006/main">
              <a:ext uri="{FF2B5EF4-FFF2-40B4-BE49-F238E27FC236}">
                <a16:creationId xmlns:a16="http://schemas.microsoft.com/office/drawing/2014/main" id="{0CBDDE55-E98F-492A-A921-DB674A2B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论文题目 | 组会汇报</a:t>
            </a:r>
          </a:p>
        </p:txBody>
      </p:sp>
      <p:sp>
        <p:nvSpPr>
          <p:cNvPr id="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20EC5B44-6F50-46C4-ACC9-B1B93169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038747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eneric-title-9">
            <a:extLst xmlns:a="http://schemas.openxmlformats.org/drawingml/2006/main">
              <a:ext uri="{FF2B5EF4-FFF2-40B4-BE49-F238E27FC236}">
                <a16:creationId xmlns:a16="http://schemas.microsoft.com/office/drawing/2014/main" id="{4CD547C3-982A-4BD4-89B7-FCB3179F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rPr>
              <a:t>内容页标题</a:t>
            </a:r>
          </a:p>
        </p:txBody>
      </p:sp>
      <p:sp>
        <p:nvSpPr>
          <p:cNvPr id="2" name="footer-bar-10">
            <a:extLst xmlns:a="http://schemas.openxmlformats.org/drawingml/2006/main">
              <a:ext uri="{FF2B5EF4-FFF2-40B4-BE49-F238E27FC236}">
                <a16:creationId xmlns:a16="http://schemas.microsoft.com/office/drawing/2014/main" id="{7D93FACB-64D2-4A8C-937B-D9B9E6EF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ext-10">
            <a:extLst xmlns:a="http://schemas.openxmlformats.org/drawingml/2006/main">
              <a:ext uri="{FF2B5EF4-FFF2-40B4-BE49-F238E27FC236}">
                <a16:creationId xmlns:a16="http://schemas.microsoft.com/office/drawing/2014/main" id="{7DA9E506-54C5-483D-BA2B-632BC46C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论文题目 | 组会汇报</a:t>
            </a:r>
          </a:p>
        </p:txBody>
      </p:sp>
      <p:sp>
        <p:nvSpPr>
          <p:cNvPr id="4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4EA12837-9094-49DB-823F-963DC592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4976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eneric-title-10">
            <a:extLst xmlns:a="http://schemas.openxmlformats.org/drawingml/2006/main">
              <a:ext uri="{FF2B5EF4-FFF2-40B4-BE49-F238E27FC236}">
                <a16:creationId xmlns:a16="http://schemas.microsoft.com/office/drawing/2014/main" id="{F254E836-7E52-49EC-8621-0F6B0F52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33F48"/>
                </a:solidFill>
                <a:latin typeface="微软雅黑"/>
                <a:ea typeface="微软雅黑"/>
                <a:cs typeface="微软雅黑"/>
              </a:rPr>
              <a:t>内容页标题</a:t>
            </a:r>
          </a:p>
        </p:txBody>
      </p:sp>
      <p:sp>
        <p:nvSpPr>
          <p:cNvPr id="2" name="footer-bar-11">
            <a:extLst xmlns:a="http://schemas.openxmlformats.org/drawingml/2006/main">
              <a:ext uri="{FF2B5EF4-FFF2-40B4-BE49-F238E27FC236}">
                <a16:creationId xmlns:a16="http://schemas.microsoft.com/office/drawing/2014/main" id="{FD580894-ABB8-49AF-ACA9-AD7B27A1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ext-11">
            <a:extLst xmlns:a="http://schemas.openxmlformats.org/drawingml/2006/main">
              <a:ext uri="{FF2B5EF4-FFF2-40B4-BE49-F238E27FC236}">
                <a16:creationId xmlns:a16="http://schemas.microsoft.com/office/drawing/2014/main" id="{6F43E7E8-28CF-4445-9E1C-10483283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论文题目 | 组会汇报</a:t>
            </a:r>
          </a:p>
        </p:txBody>
      </p:sp>
      <p:sp>
        <p:nvSpPr>
          <p:cNvPr id="4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C4C0C793-2201-4C8B-B44F-D8799C8F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636893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a-title">
            <a:extLst xmlns:a="http://schemas.openxmlformats.org/drawingml/2006/main">
              <a:ext uri="{FF2B5EF4-FFF2-40B4-BE49-F238E27FC236}">
                <a16:creationId xmlns:a16="http://schemas.microsoft.com/office/drawing/2014/main" id="{DC689882-FC86-432C-BCB7-BCC30F87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6700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69868692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2026-10-13T04:10:32.0610000Z</dcterms:created>
  <dcterms:modified xsi:type="dcterms:W3CDTF">2026-10-13T04:10:32.0610000Z</dcterms:modified>
</coreProperties>
</file>